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74" d="100"/>
          <a:sy n="74" d="100"/>
        </p:scale>
        <p:origin x="53" y="4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1987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926" y="1161826"/>
            <a:ext cx="495748" cy="49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8511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765BA-1B93-4799-BEE1-FEFAC354A1BE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DDE2A-55BB-43ED-ADC3-CC59B3C93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08770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147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effectLst>
            <a:outerShdw blurRad="50800" dist="508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>
              <a:defRPr sz="3200">
                <a:latin typeface="Bookman Old Style" panose="02050604050505020204" pitchFamily="18" charset="0"/>
              </a:defRPr>
            </a:lvl1pPr>
          </a:lstStyle>
          <a:p>
            <a:r>
              <a:rPr lang="es-AR" dirty="0" smtClean="0"/>
              <a:t>Desafío 1 – Grupo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77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812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22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5F03F-295F-4FEE-8784-F483B212F7CF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cxnSp>
        <p:nvCxnSpPr>
          <p:cNvPr id="13" name="Straight Connector 12"/>
          <p:cNvCxnSpPr>
            <a:stCxn id="9" idx="1"/>
          </p:cNvCxnSpPr>
          <p:nvPr userDrawn="1"/>
        </p:nvCxnSpPr>
        <p:spPr>
          <a:xfrm>
            <a:off x="838200" y="1027907"/>
            <a:ext cx="10935984" cy="20057"/>
          </a:xfrm>
          <a:prstGeom prst="line">
            <a:avLst/>
          </a:prstGeom>
          <a:ln w="222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46"/>
          <a:stretch/>
        </p:blipFill>
        <p:spPr>
          <a:xfrm>
            <a:off x="9683657" y="365125"/>
            <a:ext cx="1880335" cy="145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739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69913" y="2151728"/>
            <a:ext cx="11452174" cy="2554545"/>
          </a:xfrm>
          <a:prstGeom prst="rect">
            <a:avLst/>
          </a:prstGeom>
          <a:noFill/>
          <a:effectLst>
            <a:outerShdw blurRad="50800" dist="101600" dir="2700000" algn="tl" rotWithShape="0">
              <a:schemeClr val="tx1">
                <a:alpha val="40000"/>
              </a:schemeClr>
            </a:outerShdw>
          </a:effectLst>
        </p:spPr>
        <p:txBody>
          <a:bodyPr wrap="none" rtlCol="0">
            <a:spAutoFit/>
          </a:bodyPr>
          <a:lstStyle/>
          <a:p>
            <a:r>
              <a:rPr lang="es-AR" sz="8000" dirty="0" smtClean="0">
                <a:latin typeface="Bookman Old Style" panose="02050604050505020204" pitchFamily="18" charset="0"/>
                <a:cs typeface="Arial" panose="020B0604020202020204" pitchFamily="34" charset="0"/>
              </a:rPr>
              <a:t>Desafío 1-DataScience</a:t>
            </a:r>
          </a:p>
          <a:p>
            <a:pPr algn="ctr"/>
            <a:r>
              <a:rPr lang="es-AR" sz="8000" dirty="0" smtClean="0">
                <a:latin typeface="Bookman Old Style" panose="02050604050505020204" pitchFamily="18" charset="0"/>
                <a:cs typeface="Arial" panose="020B0604020202020204" pitchFamily="34" charset="0"/>
              </a:rPr>
              <a:t>Grupo 3</a:t>
            </a:r>
            <a:endParaRPr lang="en-US" sz="8000" dirty="0">
              <a:latin typeface="Bookman Old Style" panose="020506040505050202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6822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s-AR" u="sng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Integrantes</a:t>
            </a:r>
            <a:r>
              <a:rPr lang="es-AR" dirty="0" smtClean="0"/>
              <a:t>:</a:t>
            </a:r>
          </a:p>
          <a:p>
            <a:pPr algn="ctr">
              <a:lnSpc>
                <a:spcPct val="150000"/>
              </a:lnSpc>
            </a:pPr>
            <a:r>
              <a:rPr lang="en-US" dirty="0" smtClean="0"/>
              <a:t>David </a:t>
            </a:r>
            <a:r>
              <a:rPr lang="en-US" dirty="0" err="1"/>
              <a:t>Gagliano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Alejandro </a:t>
            </a:r>
            <a:r>
              <a:rPr lang="en-US" dirty="0" err="1" smtClean="0"/>
              <a:t>Garavano</a:t>
            </a:r>
            <a:endParaRPr lang="en-US" dirty="0" smtClean="0"/>
          </a:p>
          <a:p>
            <a:pPr algn="ctr">
              <a:lnSpc>
                <a:spcPct val="150000"/>
              </a:lnSpc>
            </a:pPr>
            <a:r>
              <a:rPr lang="en-US" dirty="0" smtClean="0"/>
              <a:t>Santiago Jose </a:t>
            </a:r>
            <a:r>
              <a:rPr lang="en-US" dirty="0" err="1" smtClean="0"/>
              <a:t>Mañan</a:t>
            </a:r>
            <a:endParaRPr lang="en-US" dirty="0" smtClean="0"/>
          </a:p>
          <a:p>
            <a:pPr algn="ctr">
              <a:lnSpc>
                <a:spcPct val="150000"/>
              </a:lnSpc>
            </a:pPr>
            <a:r>
              <a:rPr lang="en-US" dirty="0" smtClean="0"/>
              <a:t>Diego </a:t>
            </a:r>
            <a:r>
              <a:rPr lang="en-US" dirty="0" err="1" smtClean="0"/>
              <a:t>Pais</a:t>
            </a:r>
            <a:endParaRPr lang="en-US" dirty="0" smtClean="0"/>
          </a:p>
          <a:p>
            <a:pPr algn="ctr">
              <a:lnSpc>
                <a:spcPct val="150000"/>
              </a:lnSpc>
            </a:pPr>
            <a:r>
              <a:rPr lang="en-US" dirty="0" smtClean="0"/>
              <a:t>Franco </a:t>
            </a:r>
            <a:r>
              <a:rPr lang="en-US" dirty="0" err="1" smtClean="0"/>
              <a:t>Scavini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177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380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r>
              <a:rPr lang="es-AR" sz="2400" dirty="0" err="1" smtClean="0"/>
              <a:t>place_name</a:t>
            </a:r>
            <a:r>
              <a:rPr lang="es-AR" sz="2400" dirty="0" smtClean="0"/>
              <a:t> con 23 entradas faltantes (el resto completas)</a:t>
            </a:r>
          </a:p>
          <a:p>
            <a:endParaRPr lang="es-AR" sz="2400" dirty="0" smtClean="0"/>
          </a:p>
          <a:p>
            <a:endParaRPr lang="es-AR" sz="2400" dirty="0"/>
          </a:p>
          <a:p>
            <a:endParaRPr lang="es-AR" sz="2400" dirty="0" smtClean="0"/>
          </a:p>
          <a:p>
            <a:r>
              <a:rPr lang="es-AR" sz="2400" dirty="0" smtClean="0"/>
              <a:t>La mayor parte de información se concentra en </a:t>
            </a:r>
            <a:r>
              <a:rPr lang="en-US" sz="2400" dirty="0" err="1" smtClean="0"/>
              <a:t>place_with_parent_names</a:t>
            </a:r>
            <a:endParaRPr lang="en-US" sz="2400" dirty="0" smtClean="0"/>
          </a:p>
          <a:p>
            <a:endParaRPr lang="es-AR" sz="2400" dirty="0" smtClean="0"/>
          </a:p>
          <a:p>
            <a:endParaRPr lang="es-AR" sz="2400" dirty="0"/>
          </a:p>
          <a:p>
            <a:r>
              <a:rPr lang="es-AR" sz="2400" dirty="0" smtClean="0"/>
              <a:t>De esa columna se disgregó la información en 5 nuevas columnas con información de país, provincia, ciudad, barrio y zona para completar otra información faltante (</a:t>
            </a:r>
            <a:r>
              <a:rPr lang="es-AR" sz="2400" dirty="0" err="1" smtClean="0"/>
              <a:t>place_name</a:t>
            </a:r>
            <a:r>
              <a:rPr lang="es-AR" sz="2400" dirty="0" smtClean="0"/>
              <a:t> principalmente).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5680"/>
          <a:stretch/>
        </p:blipFill>
        <p:spPr>
          <a:xfrm>
            <a:off x="5854632" y="2563997"/>
            <a:ext cx="3275980" cy="888226"/>
          </a:xfrm>
          <a:prstGeom prst="rect">
            <a:avLst/>
          </a:prstGeom>
          <a:ln w="38100" cap="rnd" cmpd="sng">
            <a:noFill/>
          </a:ln>
          <a:effectLst>
            <a:outerShdw blurRad="139700" dist="139700" dir="3360000" sx="104000" sy="104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Down Arrow 4"/>
          <p:cNvSpPr/>
          <p:nvPr/>
        </p:nvSpPr>
        <p:spPr>
          <a:xfrm>
            <a:off x="2393878" y="4243227"/>
            <a:ext cx="523982" cy="585627"/>
          </a:xfrm>
          <a:prstGeom prst="downArrow">
            <a:avLst/>
          </a:prstGeom>
          <a:ln>
            <a:noFill/>
          </a:ln>
          <a:effectLst>
            <a:outerShdw blurRad="762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38200" y="1218864"/>
            <a:ext cx="3175678" cy="480131"/>
          </a:xfrm>
          <a:prstGeom prst="rect">
            <a:avLst/>
          </a:prstGeom>
          <a:effectLst/>
        </p:spPr>
        <p:txBody>
          <a:bodyPr/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s-AR" u="sng" dirty="0"/>
              <a:t>Datos de localidades</a:t>
            </a:r>
            <a:endParaRPr lang="en-US" u="sng" dirty="0"/>
          </a:p>
        </p:txBody>
      </p:sp>
      <p:sp>
        <p:nvSpPr>
          <p:cNvPr id="9" name="Down Arrow 8"/>
          <p:cNvSpPr/>
          <p:nvPr/>
        </p:nvSpPr>
        <p:spPr>
          <a:xfrm rot="18292520">
            <a:off x="5042898" y="2271184"/>
            <a:ext cx="523982" cy="585627"/>
          </a:xfrm>
          <a:prstGeom prst="downArrow">
            <a:avLst/>
          </a:prstGeom>
          <a:ln>
            <a:noFill/>
          </a:ln>
          <a:effectLst>
            <a:outerShdw blurRad="762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3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21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492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675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46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995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2950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618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62</Words>
  <Application>Microsoft Office PowerPoint</Application>
  <PresentationFormat>Widescreen</PresentationFormat>
  <Paragraphs>16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usuario</dc:creator>
  <cp:lastModifiedBy>usuario</cp:lastModifiedBy>
  <cp:revision>27</cp:revision>
  <dcterms:created xsi:type="dcterms:W3CDTF">2020-03-30T18:28:40Z</dcterms:created>
  <dcterms:modified xsi:type="dcterms:W3CDTF">2020-03-30T20:39:18Z</dcterms:modified>
</cp:coreProperties>
</file>